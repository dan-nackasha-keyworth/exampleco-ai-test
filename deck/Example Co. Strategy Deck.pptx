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detail (for Q&amp;A): the triage agent runs as a background worker subscribed to helpdesk/CRM webhooks (ticket created / updated) - not a polling loop. It writes its output (category, confidence, draft, flags) back onto the ticket as a private note/custom field, visible inline to whoever picks it up, using whatever app or macro surface the helpdesk exposes for that - no separate tool, no context switch. Because it's async, a slow or failed AI call never blocks a human from working the ticket manually; it only means that ticket's enrichment arrives late or not at all, which the pipeline already treats as a safe fallback (see error handling). API calls use explicit timeouts and retry-with-backoff (3 retries, 60s timeout) rather than SDK defaults. An eval-as-CI suite (run_eval.py, wired as a GitHub Action) runs a fixed set of known-answer messages on every push, so a prompt change that regresses a previously-fixed bug fails the build automatically rather than being caught by chance.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280"/>
                </a:solidFill>
              </a:defRPr>
            </a:pPr>
            <a:r>
              <a:t>1 / 4 ·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One routing model, one AI layer, 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9050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The unifying idea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Service, Success, and Sales already share limited intake structure – Support and Sales have real forms, but Success traffic likely lands in a plain, unstructured mailbox with no form fields at all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Route on need, opportunity, and risk detected in the message content – not on which form it arrived through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A single primary owner is always kept per message; other teams with an independent signal are looped in, never left blind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Escalate to a person whenever the system is actually uncertain, rather than forcing a guess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Build / change / remove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BUILD: the AI triage + loop-in layer (this submission, working end to end)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CHANGE: routing from channel-based to need/opportunity/risk-based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  •  REMOVE: nothing customer-facing in the early phases – the highest-risk step (no human in the loop) is sequenced last, not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2139696" cy="1920240"/>
          </a:xfrm>
          <a:prstGeom prst="rect">
            <a:avLst/>
          </a:prstGeom>
          <a:solidFill>
            <a:srgbClr val="EAF2FD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1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Build + test at scale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Where we are now: synthetic prototype, being re-validated against real tickets at increasing scale (10 → 50 → 100 → 1,000) before any production exposure.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6624" y="3931920"/>
            <a:ext cx="2139696" cy="192024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2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Monitored production pilot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Small, closely-watched slice of real inbound traffic. Every draft still human-approved. Go/no-go on accuracy before expanding.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3931920"/>
            <a:ext cx="2139696" cy="192024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3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Broader rollout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Expand across full Service volume once the pilot confirms accuracy holds on real data; extend loop-in/expansion-signal capture to Success.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5472" y="3931920"/>
            <a:ext cx="2139696" cy="192024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4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Deepen integration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Connect to the company's own live systems for real data in replies (tracking/rates/duty/labels); lightweight weekly CSM digest.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54896" y="3931920"/>
            <a:ext cx="2139696" cy="192024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t>Phase 5</a:t>
            </a:r>
          </a:p>
          <a:p>
            <a:pPr>
              <a:spcAft>
                <a:spcPts val="400"/>
              </a:spcAft>
              <a:defRPr sz="1300" b="1">
                <a:solidFill>
                  <a:srgbClr val="1A1A2E"/>
                </a:solidFill>
              </a:defRPr>
            </a:pPr>
            <a:r>
              <a:t>Evaluate self-service deflection</a:t>
            </a:r>
          </a:p>
          <a:p>
            <a:pPr>
              <a:defRPr sz="950">
                <a:solidFill>
                  <a:srgbClr val="1A1A1A"/>
                </a:solidFill>
              </a:defRPr>
            </a:pPr>
            <a:r>
              <a:t>Only once production accuracy has a long track record. The one step that removes a human from the loop entirely – sequenced last on purpose, evaluated, not committed 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FEF6E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t>Status: early prototype, validated on 120 synthetic messages only. Before any production claim: re-validate against real tickets at increasing scale (10 → 50 → 100 → 1,000) and track accuracy at each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280"/>
                </a:solidFill>
              </a:defRPr>
            </a:pPr>
            <a:r>
              <a:t>2 / 4 · AI-FIRST TOOLING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One stack, purpose-built rows completed against the brief's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9050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3566160"/>
                <a:gridCol w="1554480"/>
                <a:gridCol w="2560320"/>
              </a:tblGrid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Core tooling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included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Integrations needed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Metrics to track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Customer Service (Reactive)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 platform (existing)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assume this is already the company's system of record for support - the AI layer sits on top of it, avoiding a costly migration the budget doesn't support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CRM, Analytics, AI triage layer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CSAT, FRT, Resolution time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Customer Success (Proactive)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CRM/CSM platform (existing tool extended; dedicated tool tbc)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at a representative ARR/CSM book, a dedicated CSM-platform licence is hard to justify against typical non-staff budget headroom - extending an already-licensed CRM is the lower-cost path unless real usage shows it can't scale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Finance, Helpdesk, Analytics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NRR, Churn %, Expansion revenue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Inbound Sales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Sales CRM (existing)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assume this is already licensed and already driving inbound lead volume - the AI layer routes into this system rather than duplicating it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Marketing, CS, Helpdesk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Conversion %, Revenue per lead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Omnichannel Layer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 channels + AI routing (this build)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the existing helpdesk already covers the channels in use - a separate omnichannel platform would be new spend for a gap that doesn't exist; the AI routing layer is the actual gap being filled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 + CRM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% routed by AI, Wait time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Automation &amp; AI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Claude triage agent (built, prototype)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 this architecture, not an off-the-shelf bot: company-specific guardrails (sensitive-topic/retention overrides, multi-team loop-in) need to be auditable and tunable, which a generic vendor tool wouldn't give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Helpdesk, CSM, CRM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Cost/inquiry: $0.0103 measured (prototype)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Knowledge Management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 KB + AI search (future)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assume the company already publishes real help-centre content - self-serve AI search should point at what exists, not a rebuilt knowledge base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Helpdesk, CRM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KB usage %, Ticket reduction</a:t>
                      </a:r>
                    </a:p>
                  </a:txBody>
                  <a:tcPr marT="50800" marB="50800" anchor="ctr">
                    <a:solidFill>
                      <a:srgbClr val="F7F7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Reporting &amp; Analytics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BI/dashboarding (this build's dashboard as an early example)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Why: Service, Success, and Sales don't currently share one reporting view - even a lightweight shared dashboard is a real change from three siloed ones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All systems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1A"/>
                          </a:solidFill>
                        </a:defRPr>
                      </a:pPr>
                      <a:r>
                        <a:t>Revenue impact, Cost-to-serve, NPS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Illustrative tooling assumptions for this demo - in a real engagement, each row would be confirmed against the company's actual stack rather than assumed. Dedicated CSM platform (e.g. Gainsight) is a common open question at this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280"/>
                </a:solidFill>
              </a:defRPr>
            </a:pPr>
            <a:r>
              <a:t>3 / 4 · COMMERCIAL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Illustrative estimates from stated assumptions - directionally useful, not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9050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Service cost per inquiry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73736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$6.25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baseline / inquiry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783080"/>
            <a:ext cx="173736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0F766E"/>
                </a:solidFill>
              </a:defRPr>
            </a:pPr>
            <a:r>
              <a:t>$5.32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with AI (-15%)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30 FTEs × $15K = $450K/yr ÷ 72,000 inquiries/yr.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</a:defRPr>
            </a:pPr>
            <a:r>
              <a:t>Deliberately conservative assumption: AI triage+draft cuts average handling time by 15% (a modest starting estimate, not a target - real figure needs piloting).</a:t>
            </a:r>
          </a:p>
          <a:p>
            <a:pPr>
              <a:spcBef>
                <a:spcPts val="400"/>
              </a:spcBef>
              <a:defRPr sz="1000">
                <a:solidFill>
                  <a:srgbClr val="6B7280"/>
                </a:solidFill>
              </a:defRPr>
            </a:pPr>
            <a:r>
              <a:t>Same 30 FTEs then absorb ~18% more volume; AI cost at that volume (real measured rate) stays trivial either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Expansion revenue per CSM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83080"/>
            <a:ext cx="173736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$30,000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baseline / CSM / 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173736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0F766E"/>
                </a:solidFill>
              </a:defRPr>
            </a:pPr>
            <a:r>
              <a:t>+$6,480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new (+22%)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88920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5 CSMs × $250K ARR/qtr book; NRR 103% = $30K net expansion/CSM/yr today.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</a:defRPr>
            </a:pPr>
            <a:r>
              <a:t>Measured in this build's test set: 6% of messages carry an expansion signal Success wouldn't otherwise own. Heavily discounted to 3% for real traffic (test set is edge-case-enriched, not representative).</a:t>
            </a:r>
          </a:p>
          <a:p>
            <a:pPr>
              <a:spcBef>
                <a:spcPts val="400"/>
              </a:spcBef>
              <a:defRPr sz="1000">
                <a:solidFill>
                  <a:srgbClr val="6B7280"/>
                </a:solidFill>
              </a:defRPr>
            </a:pPr>
            <a:r>
              <a:t>3% of 72,000 inquiries ÷ 5 CSMs = 432 signals/CSM/yr. Conservatively assume 5% are actionable, $300 average incremental ARR each → +$6,480/CSM/yr.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Inbound lead conversion efficiency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783080"/>
            <a:ext cx="155448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6B7280"/>
                </a:solidFill>
              </a:defRPr>
            </a:pPr>
            <a:r>
              <a:t>$400K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ARR / sales FTE / yr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04120" y="1783080"/>
            <a:ext cx="1554480" cy="914400"/>
          </a:xfrm>
          <a:prstGeom prst="rect">
            <a:avLst/>
          </a:prstGeom>
          <a:solidFill>
            <a:srgbClr val="F7F7F8"/>
          </a:solidFill>
          <a:ln w="952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000" b="1">
                <a:solidFill>
                  <a:srgbClr val="B45309"/>
                </a:solidFill>
              </a:defRPr>
            </a:pPr>
            <a:r>
              <a:t>$412K</a:t>
            </a:r>
          </a:p>
          <a:p>
            <a:pPr algn="ctr">
              <a:defRPr sz="1050">
                <a:solidFill>
                  <a:srgbClr val="6B7280"/>
                </a:solidFill>
              </a:defRPr>
            </a:pPr>
            <a:r>
              <a:t>with AI (+3%)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3 FTEs closing ~$100K ARR/qtr each = $400K/yr/FTE today.</a:t>
            </a:r>
          </a:p>
          <a:p>
            <a:pPr>
              <a:spcBef>
                <a:spcPts val="600"/>
              </a:spcBef>
              <a:defRPr sz="1000">
                <a:solidFill>
                  <a:srgbClr val="6B7280"/>
                </a:solidFill>
              </a:defRPr>
            </a:pPr>
            <a:r>
              <a:t>Modest assumption: correct routing of Sales-flavored content plus a faster AI-drafted first touch lifts conversion on the same lead volume by ~3% - a conservative starting point, not measured live.</a:t>
            </a:r>
          </a:p>
          <a:p>
            <a:pPr>
              <a:spcBef>
                <a:spcPts val="400"/>
              </a:spcBef>
              <a:defRPr sz="1000">
                <a:solidFill>
                  <a:srgbClr val="6B7280"/>
                </a:solidFill>
              </a:defRPr>
            </a:pPr>
            <a:r>
              <a:t>= +$12K/FTE/yr, +$36K/yr across the 3-person team – same headcount, same leads, a little more converted.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Budget reality check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Staff costs already consume $585K of the $600K budget (30×$15K Service + 3×$15K Sales + 5×$18K CS), leaving $15K/yr non-staff headroom. Real measured AI cost at combined-run rates scales to roughly $56–$60/month – well inside that headroom. The framing throughout: AI cost is netted against reallocated human time it frees up, not counted as an extra cost in isolation – humans were doing 100% of this work before; the question is how much of that time AI can take on more cheaply.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EF6E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t>These three figures are calculation chains built on named, stated assumptions (handling-time reduction, signal-conversion rates, response-time lift) - illustrative hypotheses to test, not validated forecasts. No current baseline was measured for any of the three metrics; real deltas require piloting against actual historical data before being relied upon.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280"/>
                </a:solidFill>
              </a:defRPr>
            </a:pPr>
            <a:r>
              <a:t>4 / 4 · TEAM, SKILLS,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The skill shift is editing judgement, not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19050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Skills the team will need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A dedicated Ops Lead role – not an engineer, but someone who owns testing, monitoring, and running this day to day (config/guardrail tuning, watching for false positives, the eval suite); Head of Client Services provides strategic oversight, not hands-on operation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Guardrail/config literacy, not ML engineering – the whole routing model lives in one config file; owning it needs judgement about thresholds and edge cases, not a data science background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Editing and reviewing judgement over composition – the job shifts from “write a reply” to “approve, edit, or escalate a draft,” a distinctly different skill worth naming and training for explicitly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Cross-team trust in the loop-in mechanism – Sales has to trust Success ownership of a looped-in expansion signal, and vice versa, rather than each team wanting to own everything that touches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How adoption actually happens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Lead with the “knows what it doesn't know” behavior – reps seeing the system defer to Team Lead Triage instead of confidently guessing wrong builds trust faster than any accuracy statistic quoted at them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Surface guardrail flags and loop-ins inline in the helpdesk, where reps already work – not a separate dashboard they have to remember to check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Run a bake-off first: AI drafts shown but optional, tracked against manual-only tickets, before review-and-send becomes the standard workflow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Sequence trust by risk: Service first (highest volume, lowest political sensitivity), Success/Sales ownership questions only once Service is proven</a:t>
            </a:r>
          </a:p>
          <a:p>
            <a:pPr>
              <a:spcAft>
                <a:spcPts val="400"/>
              </a:spcAft>
              <a:defRPr sz="1150">
                <a:solidFill>
                  <a:srgbClr val="1A1A1A"/>
                </a:solidFill>
              </a:defRPr>
            </a:pPr>
            <a:r>
              <a:t>  •  SLAs apply to both queues, same as today: IC response at volume, and Team Lead/Principal response on escalated cases – this build doesn't introduce a new SLA obligation, it routes into the ones that already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Why this order, not the reverse</a:t>
            </a:r>
          </a:p>
          <a:p>
            <a:pPr>
              <a:spcBef>
                <a:spcPts val="400"/>
              </a:spcBef>
              <a:defRPr sz="1050">
                <a:solidFill>
                  <a:srgbClr val="1A1A1A"/>
                </a:solidFill>
              </a:defRPr>
            </a:pPr>
            <a:r>
              <a:t>Judgement, here, is choosing what NOT to do in the early phases: no new seat-based platform purchase (the budget doesn't support it), no customer-facing self-service bot until triage accuracy has a long track record on real production data, and no headcount changes forced by day-one automation. The AI layer is framed throughout as making the existing team faster and more visible to each other, not as a replacement for the judgement already in the room. Team Lead Triage volume (currently ~11-13% of messages) is a maturity signal to track down over time as accuracy improves, not a fixed cost - and future iterations should test Opus, Haiku, and Sonnet against larger real-ticket sets rather than assuming today's model choice holds at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